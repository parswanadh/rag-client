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theta about grounding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Pptx epsilon title slide</a:t>
            </a:r>
          </a:p>
          <a:p>
            <a:r>
              <a:t>Bullet about local-first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slide zeta heading</a:t>
            </a:r>
          </a:p>
          <a:p>
            <a:r>
              <a:t>Notes-capable closing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